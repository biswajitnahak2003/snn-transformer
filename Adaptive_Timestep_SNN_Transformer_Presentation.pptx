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63" r:id="rId10"/>
    <p:sldId id="272" r:id="rId11"/>
    <p:sldId id="264" r:id="rId12"/>
    <p:sldId id="265" r:id="rId13"/>
    <p:sldId id="273" r:id="rId14"/>
    <p:sldId id="266" r:id="rId15"/>
    <p:sldId id="267" r:id="rId16"/>
    <p:sldId id="274" r:id="rId17"/>
    <p:sldId id="275" r:id="rId18"/>
    <p:sldId id="276" r:id="rId19"/>
    <p:sldId id="277" r:id="rId20"/>
    <p:sldId id="268" r:id="rId21"/>
    <p:sldId id="269" r:id="rId22"/>
    <p:sldId id="270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94683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CNN-Based Uncertainty-Guided Adaptive Timestep Routing for Spiking Vision Transformer For Medical Image Segmentation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Biswajit Nahak (B222016)</a:t>
            </a:r>
          </a:p>
          <a:p>
            <a:pPr algn="r"/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Vaibhav Raj (B222054)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Brain tumor segmentation is important for diagnosis and treatment planning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MRI modalities: T1, T1ce, T2, FLAIR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accurate and energy-efficient models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SNNs with Transformers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timestep SNNs waste computation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regions need less processing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Tumor regions need deeper temporal integration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adaptive computation with high accuracy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Spiking Vision Transformer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adaptive timestep routing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temporal computation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segmentation accuracy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Spiking Neural Networks (SNNs)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Biologically inspired neural computation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Event-driven sparse spikes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Energy-efficient compared to ANN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Leaky Integrate-and-Fire neurons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Transformers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Patch-based image representation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self-attention for global context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performance in medical segmentation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with spiking computation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4-channel MRI slices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Patch embedding layer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Spiking Transformer blocks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timestep routing agent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 head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4C401453-C96F-39C5-E5A7-AE0D0FD4556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113" b="1113"/>
          <a:stretch>
            <a:fillRect/>
          </a:stretch>
        </p:blipFill>
        <p:spPr>
          <a:xfrm>
            <a:off x="363537" y="1192878"/>
            <a:ext cx="8416925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464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Timestep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entropy and structural gradients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Assigns timesteps per patch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uncertainty → fewer timesteps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uncertainty → more timesteps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0E996-F574-48BE-D5E8-772E03816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A8C119-48CD-A1E5-BB30-5BF950D4DF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805781"/>
            <a:ext cx="82296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820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I: Fixed timestep warmup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II: Adaptive routing enabled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Dice + Cross Entropy loss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surrogate gradient learning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BraTS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2023 Dataset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2D axial MRI slices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128×128 resizing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and augmentation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D4919-2F19-AA65-DCD8-C9D0F5919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12C0C6-3F6D-4663-7B84-90DA1894F7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144128"/>
            <a:ext cx="8229600" cy="343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775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Dice Similarity Coefficient</a:t>
            </a:r>
          </a:p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Hausdorff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Distance (HD95)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Savings Metric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fixed timestep baseline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Dice Score: 0.7410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HD95: 2.412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Savings: 25.26%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convergence and good segmentation quality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89048-96D3-202F-A137-A2FF94FAA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30371B-ADA9-5327-C627-DF590F0E37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417638"/>
            <a:ext cx="8229600" cy="486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3968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7B2FE-C6FA-D85A-A238-E465384D8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EC19B2-C3CF-5E8D-5DFB-7345AB9239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0364" y="1600200"/>
            <a:ext cx="7543272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8251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DB4C9-9DEC-4031-6B12-93A8BF07E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AD4A7B-9222-D537-358F-2952C5810F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720645"/>
            <a:ext cx="822960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268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24D50-2D2A-B735-6B3E-35EF2F976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561F4A-9A5E-8130-3446-57E3863FAA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1" y="1600200"/>
            <a:ext cx="8229600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7505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Ablation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routing improved efficiency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temporal operations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Maintained segmentation accuracy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boundary precision than baseline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volumetric processing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Neuromorphic hardware deployment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Multi-resolution adaptive routing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and uncertainty calibration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SNN-Transformer achieved efficient segmentation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routing reduced computation significantly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Maintained strong Dice and HD95 performance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Promising direction for efficient medical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309</Words>
  <Application>Microsoft Office PowerPoint</Application>
  <PresentationFormat>On-screen Show (4:3)</PresentationFormat>
  <Paragraphs>74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Times New Roman</vt:lpstr>
      <vt:lpstr>Office Theme</vt:lpstr>
      <vt:lpstr>CNN-Based Uncertainty-Guided Adaptive Timestep Routing for Spiking Vision Transformer For Medical Image Segmentation</vt:lpstr>
      <vt:lpstr>Introduction</vt:lpstr>
      <vt:lpstr>Problem Statement</vt:lpstr>
      <vt:lpstr>Objectives</vt:lpstr>
      <vt:lpstr>Spiking Neural Networks (SNNs)</vt:lpstr>
      <vt:lpstr>Vision Transformers</vt:lpstr>
      <vt:lpstr>Proposed Architecture</vt:lpstr>
      <vt:lpstr>PowerPoint Presentation</vt:lpstr>
      <vt:lpstr>Adaptive Timestep Agent</vt:lpstr>
      <vt:lpstr>PowerPoint Presentation</vt:lpstr>
      <vt:lpstr>Training Strategy</vt:lpstr>
      <vt:lpstr>Dataset &amp; Preprocessing</vt:lpstr>
      <vt:lpstr>PowerPoint Presentation</vt:lpstr>
      <vt:lpstr>Evaluation Metrics</vt:lpstr>
      <vt:lpstr>Results</vt:lpstr>
      <vt:lpstr>PowerPoint Presentation</vt:lpstr>
      <vt:lpstr>PowerPoint Presentation</vt:lpstr>
      <vt:lpstr>PowerPoint Presentation</vt:lpstr>
      <vt:lpstr>PowerPoint Presentation</vt:lpstr>
      <vt:lpstr>Ablation Study</vt:lpstr>
      <vt:lpstr>Future Scope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Biswajit Nahak</cp:lastModifiedBy>
  <cp:revision>3</cp:revision>
  <dcterms:created xsi:type="dcterms:W3CDTF">2013-01-27T09:14:16Z</dcterms:created>
  <dcterms:modified xsi:type="dcterms:W3CDTF">2026-05-14T12:16:38Z</dcterms:modified>
  <cp:category/>
</cp:coreProperties>
</file>