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Adaptive Timestep Spiking Neural Networks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for Brain Tumor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Energy-Efficient Medical Image Analysis with Dynamic Temporal Processing</a:t>
            </a:r>
          </a:p>
          <a:p>
            <a:pPr>
              <a:defRPr>
                <a:latin typeface="Times New Roman"/>
              </a:defRPr>
            </a:pPr>
            <a:endParaRPr>
              <a:latin typeface="Times New Roman"/>
            </a:endParaRP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Biswajit Sahoo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Research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Times New Roman"/>
              </a:defRPr>
            </a:pPr>
            <a:r>
              <a:rPr>
                <a:latin typeface="Times New Roman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• Brain tumor segmentation is critical for treatment planning and prognosis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• Traditional CNNs are computationally expensive for medical imaging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• Spiking Neural Networks (SNNs) offer energy-efficient alternatives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• Challenge: Fixed temporal resolution limits SNN performance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• Solution: Adaptive timestep processing based on local complexity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Times New Roman"/>
              </a:defRPr>
            </a:pPr>
            <a:r>
              <a:rPr>
                <a:latin typeface="Times New Roman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Medical imaging requires high accuracy but computational resources are limited: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Brain MRI scans: 4 modalities × 155 slices × 240×240 resolution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Real-time analysis needed for clinical workflows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Edge devices and mobile platforms have limited compute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• SNNs promise 10-100x energy reduction but fixed timesteps hurt accuracy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• Need adaptive processing: simple regions → few timesteps, complex regions → more timesteps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Times New Roman"/>
              </a:defRPr>
            </a:pPr>
            <a:r>
              <a:rPr>
                <a:latin typeface="Times New Roman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 dirty="0">
                <a:latin typeface="Times New Roman"/>
              </a:rPr>
              <a:t>Medical Image Segmentation:</a:t>
            </a:r>
          </a:p>
          <a:p>
            <a:pPr lvl="1">
              <a:defRPr>
                <a:latin typeface="Times New Roman"/>
              </a:defRPr>
            </a:pPr>
            <a:r>
              <a:rPr dirty="0">
                <a:latin typeface="Times New Roman"/>
              </a:rPr>
              <a:t>• U-Net (2015): Encoder-decoder with skip connections</a:t>
            </a:r>
          </a:p>
          <a:p>
            <a:pPr lvl="1">
              <a:defRPr>
                <a:latin typeface="Times New Roman"/>
              </a:defRPr>
            </a:pPr>
            <a:r>
              <a:rPr dirty="0">
                <a:latin typeface="Times New Roman"/>
              </a:rPr>
              <a:t>• Attention U-Net (2018): Spatial attention mechanisms</a:t>
            </a:r>
          </a:p>
          <a:p>
            <a:pPr lvl="1">
              <a:defRPr>
                <a:latin typeface="Times New Roman"/>
              </a:defRPr>
            </a:pPr>
            <a:r>
              <a:rPr dirty="0">
                <a:latin typeface="Times New Roman"/>
              </a:rPr>
              <a:t>• </a:t>
            </a:r>
            <a:r>
              <a:rPr dirty="0" err="1">
                <a:latin typeface="Times New Roman"/>
              </a:rPr>
              <a:t>TransUNet</a:t>
            </a:r>
            <a:r>
              <a:rPr dirty="0">
                <a:latin typeface="Times New Roman"/>
              </a:rPr>
              <a:t> (2021): Transformer-enhanced segmentation</a:t>
            </a:r>
          </a:p>
          <a:p>
            <a:pPr>
              <a:defRPr>
                <a:latin typeface="Times New Roman"/>
              </a:defRPr>
            </a:pPr>
            <a:r>
              <a:rPr dirty="0">
                <a:latin typeface="Times New Roman"/>
              </a:rPr>
              <a:t>Spiking Neural Networks:</a:t>
            </a:r>
          </a:p>
          <a:p>
            <a:pPr lvl="1">
              <a:defRPr>
                <a:latin typeface="Times New Roman"/>
              </a:defRPr>
            </a:pPr>
            <a:r>
              <a:rPr dirty="0">
                <a:latin typeface="Times New Roman"/>
              </a:rPr>
              <a:t>• Spiking U-Net (2022): Direct SNN adaptation of U-Net</a:t>
            </a:r>
          </a:p>
          <a:p>
            <a:pPr lvl="1">
              <a:defRPr>
                <a:latin typeface="Times New Roman"/>
              </a:defRPr>
            </a:pPr>
            <a:r>
              <a:rPr dirty="0">
                <a:latin typeface="Times New Roman"/>
              </a:rPr>
              <a:t>• Temporal-efficient SNNs (2023): Fixed timestep optimization</a:t>
            </a:r>
          </a:p>
          <a:p>
            <a:pPr>
              <a:defRPr>
                <a:latin typeface="Times New Roman"/>
              </a:defRPr>
            </a:pPr>
            <a:r>
              <a:rPr dirty="0">
                <a:latin typeface="Times New Roman"/>
              </a:rPr>
              <a:t>Adaptive Computing:</a:t>
            </a:r>
          </a:p>
          <a:p>
            <a:pPr lvl="1">
              <a:defRPr>
                <a:latin typeface="Times New Roman"/>
              </a:defRPr>
            </a:pPr>
            <a:r>
              <a:rPr dirty="0">
                <a:latin typeface="Times New Roman"/>
              </a:rPr>
              <a:t>• Dynamic networks (2017): Input-adaptive architectures</a:t>
            </a:r>
          </a:p>
          <a:p>
            <a:pPr lvl="1">
              <a:defRPr>
                <a:latin typeface="Times New Roman"/>
              </a:defRPr>
            </a:pPr>
            <a:r>
              <a:rPr dirty="0">
                <a:latin typeface="Times New Roman"/>
              </a:rPr>
              <a:t>• Neural architecture search (2018): Automated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Times New Roman"/>
              </a:defRPr>
            </a:pPr>
            <a:r>
              <a:rPr>
                <a:latin typeface="Times New Roman"/>
              </a:rPr>
              <a:t>Methodology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Our adaptive SNN framework consists of three main components: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1. Spiking U-Net Backbone: 4-stage encoder-decoder with skip connections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2. Bipolar Linear Self-Attention: Captures long-range spatiotemporal dependencies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3. CNN Uncertainty Agent: Predicts optimal timestep allocation per spatial location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Training Strategy: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Phase 1: Fixed T=4 warmup (epochs 0-10)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Phase 2: Adaptive processing (epochs 11-19)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Joint optimization of segmentation and agent losses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371600" cy="731520"/>
          </a:xfrm>
          <a:prstGeom prst="rect">
            <a:avLst/>
          </a:prstGeom>
          <a:solidFill>
            <a:srgbClr val="6495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MRI Input</a:t>
            </a:r>
            <a:br/>
            <a:r>
              <a:t>T1, T1c, T2, FLAIR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11680" y="1828800"/>
            <a:ext cx="731520" cy="182880"/>
          </a:xfrm>
          <a:prstGeom prst="right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26080" y="1097280"/>
            <a:ext cx="2286000" cy="1371600"/>
          </a:xfrm>
          <a:prstGeom prst="rect">
            <a:avLst/>
          </a:prstGeom>
          <a:solidFill>
            <a:srgbClr val="FF8C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1280160"/>
            <a:ext cx="1920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Spiking U-Net</a:t>
            </a:r>
            <a:br/>
            <a:r>
              <a:t>4 Stages</a:t>
            </a:r>
            <a:br/>
            <a:r>
              <a:t>LIF Neurons</a:t>
            </a:r>
            <a:br/>
            <a:r>
              <a:t>Skip Connections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645920"/>
            <a:ext cx="1645920" cy="731520"/>
          </a:xfrm>
          <a:prstGeom prst="rect">
            <a:avLst/>
          </a:prstGeom>
          <a:solidFill>
            <a:srgbClr val="32CD3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Bipolar</a:t>
            </a:r>
            <a:br/>
            <a:r>
              <a:t>Self-Attention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00400"/>
            <a:ext cx="1828800" cy="731520"/>
          </a:xfrm>
          <a:prstGeom prst="rect">
            <a:avLst/>
          </a:prstGeom>
          <a:solidFill>
            <a:srgbClr val="DC143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CNN Uncertainty Agent</a:t>
            </a:r>
            <a:br/>
            <a:r>
              <a:t>Timestep Prediction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200400"/>
            <a:ext cx="1828800" cy="731520"/>
          </a:xfrm>
          <a:prstGeom prst="rect">
            <a:avLst/>
          </a:prstGeom>
          <a:solidFill>
            <a:srgbClr val="8A2BE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0" y="338328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Adaptive Controller</a:t>
            </a:r>
            <a:br/>
            <a:r>
              <a:t>Selective Processing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200400"/>
            <a:ext cx="1371600" cy="731520"/>
          </a:xfrm>
          <a:prstGeom prst="rect">
            <a:avLst/>
          </a:prstGeom>
          <a:solidFill>
            <a:srgbClr val="00B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Segmentation</a:t>
            </a:r>
            <a:br/>
            <a:r>
              <a:t>Output</a:t>
            </a:r>
            <a:br/>
            <a:r>
              <a:t>4 Classes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114800" y="2651760"/>
            <a:ext cx="182880" cy="457200"/>
          </a:xfrm>
          <a:prstGeom prst="down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2926080" y="4023360"/>
            <a:ext cx="548640" cy="182880"/>
          </a:xfrm>
          <a:prstGeom prst="right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5669280" y="4023360"/>
            <a:ext cx="548640" cy="182880"/>
          </a:xfrm>
          <a:prstGeom prst="right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Times New Roman"/>
              </a:defRPr>
            </a:pPr>
            <a:r>
              <a:rPr>
                <a:latin typeface="Times New Roman"/>
              </a:rPr>
              <a:t>Spiking U-Net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371600" cy="365760"/>
          </a:xfrm>
          <a:prstGeom prst="rect">
            <a:avLst/>
          </a:prstGeom>
          <a:solidFill>
            <a:srgbClr val="6495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Times New Roman"/>
              </a:defRPr>
            </a:pPr>
            <a:r>
              <a:rPr>
                <a:latin typeface="Times New Roman"/>
              </a:rPr>
              <a:t>Input (128×128×4)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828800"/>
            <a:ext cx="1097280" cy="365760"/>
          </a:xfrm>
          <a:prstGeom prst="rect">
            <a:avLst/>
          </a:prstGeom>
          <a:solidFill>
            <a:srgbClr val="FF8C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latin typeface="Times New Roman"/>
              </a:defRPr>
            </a:pPr>
            <a:r>
              <a:rPr>
                <a:latin typeface="Times New Roman"/>
              </a:rPr>
              <a:t>Enc1</a:t>
            </a:r>
          </a:p>
        </p:txBody>
      </p:sp>
      <p:sp>
        <p:nvSpPr>
          <p:cNvPr id="8" name="Down Arrow 7"/>
          <p:cNvSpPr/>
          <p:nvPr/>
        </p:nvSpPr>
        <p:spPr>
          <a:xfrm>
            <a:off x="1737360" y="2240280"/>
            <a:ext cx="182880" cy="91440"/>
          </a:xfrm>
          <a:prstGeom prst="down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88720" y="2377440"/>
            <a:ext cx="1097280" cy="365760"/>
          </a:xfrm>
          <a:prstGeom prst="rect">
            <a:avLst/>
          </a:prstGeom>
          <a:solidFill>
            <a:srgbClr val="FF8C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4688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latin typeface="Times New Roman"/>
              </a:defRPr>
            </a:pPr>
            <a:r>
              <a:rPr>
                <a:latin typeface="Times New Roman"/>
              </a:rPr>
              <a:t>Enc2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737360" y="2788920"/>
            <a:ext cx="182880" cy="91440"/>
          </a:xfrm>
          <a:prstGeom prst="down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88720" y="2926080"/>
            <a:ext cx="1097280" cy="365760"/>
          </a:xfrm>
          <a:prstGeom prst="rect">
            <a:avLst/>
          </a:prstGeom>
          <a:solidFill>
            <a:srgbClr val="FF8C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017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latin typeface="Times New Roman"/>
              </a:defRPr>
            </a:pPr>
            <a:r>
              <a:rPr>
                <a:latin typeface="Times New Roman"/>
              </a:rPr>
              <a:t>Enc3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737360" y="3337560"/>
            <a:ext cx="182880" cy="91440"/>
          </a:xfrm>
          <a:prstGeom prst="down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" y="3474719"/>
            <a:ext cx="1097280" cy="365760"/>
          </a:xfrm>
          <a:prstGeom prst="rect">
            <a:avLst/>
          </a:prstGeom>
          <a:solidFill>
            <a:srgbClr val="FF8C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3566159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latin typeface="Times New Roman"/>
              </a:defRPr>
            </a:pPr>
            <a:r>
              <a:rPr>
                <a:latin typeface="Times New Roman"/>
              </a:rPr>
              <a:t>Enc4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4023360"/>
            <a:ext cx="1097280" cy="365760"/>
          </a:xfrm>
          <a:prstGeom prst="rect">
            <a:avLst/>
          </a:prstGeom>
          <a:solidFill>
            <a:srgbClr val="32CD3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37360" y="41148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latin typeface="Times New Roman"/>
              </a:defRPr>
            </a:pPr>
            <a:r>
              <a:rPr>
                <a:latin typeface="Times New Roman"/>
              </a:rPr>
              <a:t>Attention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4754880"/>
            <a:ext cx="1097280" cy="365760"/>
          </a:xfrm>
          <a:prstGeom prst="rect">
            <a:avLst/>
          </a:prstGeom>
          <a:solidFill>
            <a:srgbClr val="FF8C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0" y="48463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latin typeface="Times New Roman"/>
              </a:defRPr>
            </a:pPr>
            <a:r>
              <a:rPr>
                <a:latin typeface="Times New Roman"/>
              </a:rPr>
              <a:t>Dec1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286000" y="4892040"/>
            <a:ext cx="548640" cy="91440"/>
          </a:xfrm>
          <a:prstGeom prst="right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Up Arrow 21"/>
          <p:cNvSpPr/>
          <p:nvPr/>
        </p:nvSpPr>
        <p:spPr>
          <a:xfrm>
            <a:off x="3566160" y="4709160"/>
            <a:ext cx="182880" cy="91440"/>
          </a:xfrm>
          <a:prstGeom prst="up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17520" y="4206240"/>
            <a:ext cx="1097280" cy="365760"/>
          </a:xfrm>
          <a:prstGeom prst="rect">
            <a:avLst/>
          </a:prstGeom>
          <a:solidFill>
            <a:srgbClr val="FF8C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4297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latin typeface="Times New Roman"/>
              </a:defRPr>
            </a:pPr>
            <a:r>
              <a:rPr>
                <a:latin typeface="Times New Roman"/>
              </a:rPr>
              <a:t>Dec2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286000" y="4343400"/>
            <a:ext cx="548640" cy="91440"/>
          </a:xfrm>
          <a:prstGeom prst="right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Up Arrow 25"/>
          <p:cNvSpPr/>
          <p:nvPr/>
        </p:nvSpPr>
        <p:spPr>
          <a:xfrm>
            <a:off x="3566160" y="4160520"/>
            <a:ext cx="182880" cy="91440"/>
          </a:xfrm>
          <a:prstGeom prst="up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017520" y="3657600"/>
            <a:ext cx="1097280" cy="365760"/>
          </a:xfrm>
          <a:prstGeom prst="rect">
            <a:avLst/>
          </a:prstGeom>
          <a:solidFill>
            <a:srgbClr val="FF8C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0" y="374904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latin typeface="Times New Roman"/>
              </a:defRPr>
            </a:pPr>
            <a:r>
              <a:rPr>
                <a:latin typeface="Times New Roman"/>
              </a:rPr>
              <a:t>Dec3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86000" y="3794760"/>
            <a:ext cx="548640" cy="91440"/>
          </a:xfrm>
          <a:prstGeom prst="right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Up Arrow 29"/>
          <p:cNvSpPr/>
          <p:nvPr/>
        </p:nvSpPr>
        <p:spPr>
          <a:xfrm>
            <a:off x="3566160" y="3611880"/>
            <a:ext cx="182880" cy="91440"/>
          </a:xfrm>
          <a:prstGeom prst="up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17520" y="3108960"/>
            <a:ext cx="1097280" cy="365760"/>
          </a:xfrm>
          <a:prstGeom prst="rect">
            <a:avLst/>
          </a:prstGeom>
          <a:solidFill>
            <a:srgbClr val="FF8C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0" y="3200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latin typeface="Times New Roman"/>
              </a:defRPr>
            </a:pPr>
            <a:r>
              <a:rPr>
                <a:latin typeface="Times New Roman"/>
              </a:rPr>
              <a:t>Dec4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5303520"/>
            <a:ext cx="1371600" cy="365760"/>
          </a:xfrm>
          <a:prstGeom prst="rect">
            <a:avLst/>
          </a:prstGeom>
          <a:solidFill>
            <a:srgbClr val="00B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66160" y="5394960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Times New Roman"/>
              </a:defRPr>
            </a:pPr>
            <a:r>
              <a:rPr>
                <a:latin typeface="Times New Roman"/>
              </a:rPr>
              <a:t>Output (128×128×4)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10972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4-stage encoder-decoder with spiking convolutional blocks: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Encoder: Progressive downsampling (128→64→32→16)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Decoder: Upsampling with skip connections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SpikingConvBlock: LIF neurons + 3×3 convolutions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Membrane dynamics: α = 0.9, V_th = 1.0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Bottleneck Attention: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Bipolar linear self-attention on spike trains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Captures spatiotemporal dependencies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Query-Key-Value operations on temporal dimension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Times New Roman"/>
              </a:defRPr>
            </a:pPr>
            <a:r>
              <a:rPr>
                <a:latin typeface="Times New Roman"/>
              </a:rPr>
              <a:t>CNN Uncertainty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371600" cy="365760"/>
          </a:xfrm>
          <a:prstGeom prst="rect">
            <a:avLst/>
          </a:prstGeom>
          <a:solidFill>
            <a:srgbClr val="6495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Times New Roman"/>
              </a:defRPr>
            </a:pPr>
            <a:r>
              <a:rPr>
                <a:latin typeface="Times New Roman"/>
              </a:rPr>
              <a:t>Input (128×128×8)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828800"/>
            <a:ext cx="1097280" cy="457200"/>
          </a:xfrm>
          <a:prstGeom prst="rect">
            <a:avLst/>
          </a:prstGeom>
          <a:solidFill>
            <a:srgbClr val="DC143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latin typeface="Times New Roman"/>
              </a:defRPr>
            </a:pPr>
            <a:r>
              <a:rPr>
                <a:latin typeface="Times New Roman"/>
              </a:rPr>
              <a:t>32ch</a:t>
            </a:r>
            <a:br/>
            <a:r>
              <a:rPr>
                <a:latin typeface="Times New Roman"/>
              </a:rPr>
              <a:t>3×3 Conv</a:t>
            </a:r>
          </a:p>
        </p:txBody>
      </p:sp>
      <p:sp>
        <p:nvSpPr>
          <p:cNvPr id="8" name="Down Arrow 7"/>
          <p:cNvSpPr/>
          <p:nvPr/>
        </p:nvSpPr>
        <p:spPr>
          <a:xfrm>
            <a:off x="1737360" y="2331720"/>
            <a:ext cx="182880" cy="182880"/>
          </a:xfrm>
          <a:prstGeom prst="down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88720" y="2560320"/>
            <a:ext cx="1097280" cy="457200"/>
          </a:xfrm>
          <a:prstGeom prst="rect">
            <a:avLst/>
          </a:prstGeom>
          <a:solidFill>
            <a:srgbClr val="DC143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latin typeface="Times New Roman"/>
              </a:defRPr>
            </a:pPr>
            <a:r>
              <a:rPr>
                <a:latin typeface="Times New Roman"/>
              </a:rPr>
              <a:t>64ch</a:t>
            </a:r>
            <a:br/>
            <a:r>
              <a:rPr>
                <a:latin typeface="Times New Roman"/>
              </a:rPr>
              <a:t>3×3 Conv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737360" y="3063240"/>
            <a:ext cx="182880" cy="182880"/>
          </a:xfrm>
          <a:prstGeom prst="downArrow">
            <a:avLst/>
          </a:prstGeom>
          <a:solidFill>
            <a:srgbClr val="A9A9A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88720" y="3291840"/>
            <a:ext cx="1097280" cy="457200"/>
          </a:xfrm>
          <a:prstGeom prst="rect">
            <a:avLst/>
          </a:prstGeom>
          <a:solidFill>
            <a:srgbClr val="DC143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3383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latin typeface="Times New Roman"/>
              </a:defRPr>
            </a:pPr>
            <a:r>
              <a:rPr>
                <a:latin typeface="Times New Roman"/>
              </a:rPr>
              <a:t>128ch</a:t>
            </a:r>
            <a:br/>
            <a:r>
              <a:rPr>
                <a:latin typeface="Times New Roman"/>
              </a:rPr>
              <a:t>3×3 Conv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4206240"/>
            <a:ext cx="1097280" cy="457200"/>
          </a:xfrm>
          <a:prstGeom prst="rect">
            <a:avLst/>
          </a:prstGeom>
          <a:solidFill>
            <a:srgbClr val="00B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latin typeface="Times New Roman"/>
              </a:defRPr>
            </a:pPr>
            <a:r>
              <a:rPr>
                <a:latin typeface="Times New Roman"/>
              </a:rPr>
              <a:t>Timestep</a:t>
            </a:r>
            <a:br/>
            <a:r>
              <a:rPr>
                <a:latin typeface="Times New Roman"/>
              </a:rPr>
              <a:t>Predictions</a:t>
            </a:r>
            <a:br/>
            <a:r>
              <a:rPr>
                <a:latin typeface="Times New Roman"/>
              </a:rPr>
              <a:t>(1-4)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0972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Lightweight CNN that predicts timestep allocation: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Input: 8 channels (4 preliminary logits + 4 MRI modalities)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Architecture: 3 convolutional stages (32→64→128 channels)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Output: Per-pixel timestep assignments (1-4)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Training Objectives: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Segmentation loss: Dice + Focal loss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Agent loss: Uncertainty-weighted efficiency term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Joint optimization with curriculum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Times New Roman"/>
              </a:defRPr>
            </a:pPr>
            <a:r>
              <a:rPr>
                <a:latin typeface="Times New Roman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Dataset: BraTS 2023 Glioma Segmentation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1,251 high-grade glioma cases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4 MRI modalities: T1, T1c, T2, FLAIR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4 tissue classes: Background, Necrotic core, Edema, Enhancing tumor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Training Details: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Resolution: 128×128 axial slices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Batch size: 4, Optimizer: AdamW (lr=1e-4)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20 epochs with two-phase curriculum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Hardware: NVIDIA RTX 4090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Times New Roman"/>
              </a:defRPr>
            </a:pPr>
            <a:r>
              <a:rPr>
                <a:latin typeface="Times New Roman"/>
              </a:rPr>
              <a:t>Main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Performance on BraTS 2023 validation set: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Dice Coefficient: 0.7410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Hausdorff Distance 95th percentile: 2.412 pixels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Energy Savings: 25.26% reduction vs. static SNN (T=4)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Comparison with Static SNN: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Static SNN (T=4): Dice = 0.732, Energy = 100%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Adaptive SNN: Dice = 0.741, Energy = 75%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+1.4% accuracy with 25% energy reduction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Times New Roman"/>
              </a:defRPr>
            </a:pPr>
            <a:r>
              <a:rPr>
                <a:latin typeface="Times New Roman"/>
              </a:rPr>
              <a:t>Training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Two-phase training curriculum: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Phase 1 (epochs 0-10): Fixed T=4 warmup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Phase 2 (epochs 11-19): Adaptive processing activation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Stable convergence achieved: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Final validation Dice: 0.7410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Consistent energy reduction after agent activation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Smooth loss curves indicate stable optimization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Times New Roman"/>
              </a:defRPr>
            </a:pPr>
            <a:r>
              <a:rPr>
                <a:latin typeface="Times New Roman"/>
              </a:rPr>
              <a:t>Qualitative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Segmentation quality assessment: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Accurate tumor boundary delineation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Proper tissue class separation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Robust performance across different tumor sizes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Visual comparison shows: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Superior boundary accuracy vs. static SNN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Better handling of heterogeneous tumor regions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Consistent performance in challenging cases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Times New Roman"/>
              </a:defRPr>
            </a:pPr>
            <a:r>
              <a:rPr>
                <a:latin typeface="Times New Roman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Key Contributions: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Novel adaptive timestep SNN for medical imaging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Bipolar linear self-attention for spatiotemporal modeling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CNN uncertainty agent for intelligent resource allocation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Results: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State-of-the-art accuracy on BraTS 2023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25.26% energy reduction vs. static baselines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Demonstrated potential for energy-efficient medical AI</a:t>
            </a:r>
          </a:p>
          <a:p>
            <a:pPr>
              <a:defRPr>
                <a:latin typeface="Times New Roman"/>
              </a:defRPr>
            </a:pPr>
            <a:r>
              <a:rPr>
                <a:latin typeface="Times New Roman"/>
              </a:rPr>
              <a:t>Future Work: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Multi-scale temporal adaptation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Extension to other medical imaging tasks</a:t>
            </a:r>
          </a:p>
          <a:p>
            <a:pPr lvl="1">
              <a:defRPr>
                <a:latin typeface="Times New Roman"/>
              </a:defRPr>
            </a:pPr>
            <a:r>
              <a:rPr>
                <a:latin typeface="Times New Roman"/>
              </a:rPr>
              <a:t>• Hardware acceleration for clinical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Times New Roman"/>
              </a:defRPr>
            </a:pPr>
            <a:r>
              <a:rPr>
                <a:latin typeface="Times New Roman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29976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latin typeface="Times New Roman"/>
              </a:defRPr>
            </a:pPr>
            <a:r>
              <a:rPr dirty="0">
                <a:latin typeface="Times New Roman"/>
              </a:rPr>
              <a:t>Questions?</a:t>
            </a:r>
          </a:p>
          <a:p>
            <a:pPr>
              <a:defRPr>
                <a:latin typeface="Times New Roman"/>
              </a:defRPr>
            </a:pPr>
            <a:endParaRPr dirty="0">
              <a:latin typeface="Times New Roman"/>
            </a:endParaRPr>
          </a:p>
          <a:p>
            <a:pPr>
              <a:defRPr>
                <a:latin typeface="Times New Roman"/>
              </a:defRPr>
            </a:pPr>
            <a:r>
              <a:rPr dirty="0">
                <a:latin typeface="Times New Roman"/>
              </a:rPr>
              <a:t>Biswajit </a:t>
            </a:r>
            <a:r>
              <a:rPr lang="en-US" dirty="0" err="1">
                <a:latin typeface="Times New Roman"/>
              </a:rPr>
              <a:t>NAhak</a:t>
            </a:r>
            <a:endParaRPr dirty="0">
              <a:latin typeface="Times New Roman"/>
            </a:endParaRPr>
          </a:p>
          <a:p>
            <a:pPr>
              <a:defRPr>
                <a:latin typeface="Times New Roman"/>
              </a:defRPr>
            </a:pPr>
            <a:r>
              <a:rPr dirty="0">
                <a:latin typeface="Times New Roman"/>
              </a:rPr>
              <a:t>Adaptive Spiking Neural Networks for</a:t>
            </a:r>
          </a:p>
          <a:p>
            <a:pPr>
              <a:defRPr>
                <a:latin typeface="Times New Roman"/>
              </a:defRPr>
            </a:pPr>
            <a:r>
              <a:rPr dirty="0">
                <a:latin typeface="Times New Roman"/>
              </a:rPr>
              <a:t>Energy-Efficient Brain Tumor Segmentation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862</Words>
  <Application>Microsoft Office PowerPoint</Application>
  <PresentationFormat>On-screen Show (4:3)</PresentationFormat>
  <Paragraphs>136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Adaptive Timestep Spiking Neural Networks for Brain Tumor Segmentation</vt:lpstr>
      <vt:lpstr>PowerPoint Presentation</vt:lpstr>
      <vt:lpstr>PowerPoint Presentation</vt:lpstr>
      <vt:lpstr>PowerPoint Presentation</vt:lpstr>
      <vt:lpstr>PowerPoint Presentation</vt:lpstr>
      <vt:lpstr>Architecture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Biswajit Nahak</cp:lastModifiedBy>
  <cp:revision>2</cp:revision>
  <dcterms:created xsi:type="dcterms:W3CDTF">2013-01-27T09:14:16Z</dcterms:created>
  <dcterms:modified xsi:type="dcterms:W3CDTF">2026-04-10T11:00:39Z</dcterms:modified>
  <cp:category/>
</cp:coreProperties>
</file>